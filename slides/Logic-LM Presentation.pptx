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DD6BDF-D692-43B1-98F0-87218003602E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F3AE796-2619-4034-8DF9-652B51669CFB}">
      <dgm:prSet phldrT="[Text]" phldr="0"/>
      <dgm:spPr/>
      <dgm:t>
        <a:bodyPr/>
        <a:lstStyle/>
        <a:p>
          <a:r>
            <a:rPr lang="en-US" dirty="0"/>
            <a:t>Natural Language Problem</a:t>
          </a:r>
        </a:p>
      </dgm:t>
    </dgm:pt>
    <dgm:pt modelId="{B85B51EE-BC91-4BF5-8163-90DB01BA3ED1}" type="parTrans" cxnId="{568DB7E5-648A-4BCC-B182-28108D6E9418}">
      <dgm:prSet/>
      <dgm:spPr/>
      <dgm:t>
        <a:bodyPr/>
        <a:lstStyle/>
        <a:p>
          <a:endParaRPr lang="en-US"/>
        </a:p>
      </dgm:t>
    </dgm:pt>
    <dgm:pt modelId="{B1D9CF22-8206-46A8-8A26-AA9839156FC7}" type="sibTrans" cxnId="{568DB7E5-648A-4BCC-B182-28108D6E9418}">
      <dgm:prSet/>
      <dgm:spPr/>
      <dgm:t>
        <a:bodyPr/>
        <a:lstStyle/>
        <a:p>
          <a:endParaRPr lang="en-US"/>
        </a:p>
      </dgm:t>
    </dgm:pt>
    <dgm:pt modelId="{F665ADF2-5C08-41B4-9265-51595C845221}">
      <dgm:prSet phldrT="[Text]" phldr="0"/>
      <dgm:spPr/>
      <dgm:t>
        <a:bodyPr/>
        <a:lstStyle/>
        <a:p>
          <a:r>
            <a:rPr lang="en-US" dirty="0"/>
            <a:t>LLM creates a symbolic formulation</a:t>
          </a:r>
        </a:p>
      </dgm:t>
    </dgm:pt>
    <dgm:pt modelId="{245860E1-7B3C-4E4D-8051-511E446EF1F1}" type="parTrans" cxnId="{0414AE57-3F51-469A-9504-455F07EDC455}">
      <dgm:prSet/>
      <dgm:spPr/>
      <dgm:t>
        <a:bodyPr/>
        <a:lstStyle/>
        <a:p>
          <a:endParaRPr lang="en-US"/>
        </a:p>
      </dgm:t>
    </dgm:pt>
    <dgm:pt modelId="{022653F7-883D-4219-B5ED-962936CCE2A8}" type="sibTrans" cxnId="{0414AE57-3F51-469A-9504-455F07EDC455}">
      <dgm:prSet/>
      <dgm:spPr/>
      <dgm:t>
        <a:bodyPr/>
        <a:lstStyle/>
        <a:p>
          <a:endParaRPr lang="en-US"/>
        </a:p>
      </dgm:t>
    </dgm:pt>
    <dgm:pt modelId="{FB70E077-4A0D-47F4-9CFE-17632AF08AF4}">
      <dgm:prSet phldrT="[Text]" phldr="0"/>
      <dgm:spPr/>
      <dgm:t>
        <a:bodyPr/>
        <a:lstStyle/>
        <a:p>
          <a:r>
            <a:rPr lang="en-US" dirty="0"/>
            <a:t>Symbolic solver performs instance</a:t>
          </a:r>
        </a:p>
      </dgm:t>
    </dgm:pt>
    <dgm:pt modelId="{AA6DBABB-4DB7-4360-B37C-78684A8D57D6}" type="parTrans" cxnId="{27CE63DF-8DAD-45C8-8445-725FB39C67C6}">
      <dgm:prSet/>
      <dgm:spPr/>
      <dgm:t>
        <a:bodyPr/>
        <a:lstStyle/>
        <a:p>
          <a:endParaRPr lang="en-US"/>
        </a:p>
      </dgm:t>
    </dgm:pt>
    <dgm:pt modelId="{B895271B-BC55-4B3A-B182-17F456990BB8}" type="sibTrans" cxnId="{27CE63DF-8DAD-45C8-8445-725FB39C67C6}">
      <dgm:prSet/>
      <dgm:spPr/>
      <dgm:t>
        <a:bodyPr/>
        <a:lstStyle/>
        <a:p>
          <a:endParaRPr lang="en-US"/>
        </a:p>
      </dgm:t>
    </dgm:pt>
    <dgm:pt modelId="{A2C0EC5F-F687-4F0C-A319-D02E4CC04695}">
      <dgm:prSet phldrT="[Text]" phldr="0"/>
      <dgm:spPr/>
      <dgm:t>
        <a:bodyPr/>
        <a:lstStyle/>
        <a:p>
          <a:r>
            <a:rPr lang="en-US" dirty="0"/>
            <a:t>Solver result is converted into an answer</a:t>
          </a:r>
        </a:p>
      </dgm:t>
    </dgm:pt>
    <dgm:pt modelId="{565F58AD-A038-4E3A-9119-87186D145EA9}" type="parTrans" cxnId="{967F92B0-A7D2-4747-8CED-55AC94572C22}">
      <dgm:prSet/>
      <dgm:spPr/>
      <dgm:t>
        <a:bodyPr/>
        <a:lstStyle/>
        <a:p>
          <a:endParaRPr lang="en-US"/>
        </a:p>
      </dgm:t>
    </dgm:pt>
    <dgm:pt modelId="{1B478E7A-BABA-437D-AC25-47D7744FA7F7}" type="sibTrans" cxnId="{967F92B0-A7D2-4747-8CED-55AC94572C22}">
      <dgm:prSet/>
      <dgm:spPr/>
      <dgm:t>
        <a:bodyPr/>
        <a:lstStyle/>
        <a:p>
          <a:endParaRPr lang="en-US"/>
        </a:p>
      </dgm:t>
    </dgm:pt>
    <dgm:pt modelId="{6D3B58F3-1C66-4068-AA5C-95B6414CC14C}" type="pres">
      <dgm:prSet presAssocID="{C8DD6BDF-D692-43B1-98F0-87218003602E}" presName="Name0" presStyleCnt="0">
        <dgm:presLayoutVars>
          <dgm:dir/>
          <dgm:resizeHandles val="exact"/>
        </dgm:presLayoutVars>
      </dgm:prSet>
      <dgm:spPr/>
    </dgm:pt>
    <dgm:pt modelId="{50514C79-3136-41AD-95AE-128D7E52F272}" type="pres">
      <dgm:prSet presAssocID="{4F3AE796-2619-4034-8DF9-652B51669CFB}" presName="node" presStyleLbl="node1" presStyleIdx="0" presStyleCnt="4">
        <dgm:presLayoutVars>
          <dgm:bulletEnabled val="1"/>
        </dgm:presLayoutVars>
      </dgm:prSet>
      <dgm:spPr/>
    </dgm:pt>
    <dgm:pt modelId="{56D4D41E-B036-40E5-A7A2-384DD821E66A}" type="pres">
      <dgm:prSet presAssocID="{B1D9CF22-8206-46A8-8A26-AA9839156FC7}" presName="sibTrans" presStyleLbl="sibTrans2D1" presStyleIdx="0" presStyleCnt="3"/>
      <dgm:spPr/>
    </dgm:pt>
    <dgm:pt modelId="{CF3B53B4-BC05-406E-90B1-E251A02E431B}" type="pres">
      <dgm:prSet presAssocID="{B1D9CF22-8206-46A8-8A26-AA9839156FC7}" presName="connectorText" presStyleLbl="sibTrans2D1" presStyleIdx="0" presStyleCnt="3"/>
      <dgm:spPr/>
    </dgm:pt>
    <dgm:pt modelId="{86B9A5AD-02A9-48B3-8934-9E18E1E30883}" type="pres">
      <dgm:prSet presAssocID="{F665ADF2-5C08-41B4-9265-51595C845221}" presName="node" presStyleLbl="node1" presStyleIdx="1" presStyleCnt="4">
        <dgm:presLayoutVars>
          <dgm:bulletEnabled val="1"/>
        </dgm:presLayoutVars>
      </dgm:prSet>
      <dgm:spPr/>
    </dgm:pt>
    <dgm:pt modelId="{752326E9-2B9C-449B-B7C8-B0D2340DE7EC}" type="pres">
      <dgm:prSet presAssocID="{022653F7-883D-4219-B5ED-962936CCE2A8}" presName="sibTrans" presStyleLbl="sibTrans2D1" presStyleIdx="1" presStyleCnt="3"/>
      <dgm:spPr/>
    </dgm:pt>
    <dgm:pt modelId="{54315547-857E-48DC-8A1D-9BFBEC56A2FB}" type="pres">
      <dgm:prSet presAssocID="{022653F7-883D-4219-B5ED-962936CCE2A8}" presName="connectorText" presStyleLbl="sibTrans2D1" presStyleIdx="1" presStyleCnt="3"/>
      <dgm:spPr/>
    </dgm:pt>
    <dgm:pt modelId="{873048AB-D105-4EA8-B79F-F7B81A58A700}" type="pres">
      <dgm:prSet presAssocID="{FB70E077-4A0D-47F4-9CFE-17632AF08AF4}" presName="node" presStyleLbl="node1" presStyleIdx="2" presStyleCnt="4">
        <dgm:presLayoutVars>
          <dgm:bulletEnabled val="1"/>
        </dgm:presLayoutVars>
      </dgm:prSet>
      <dgm:spPr/>
    </dgm:pt>
    <dgm:pt modelId="{26E2FB50-7F53-4B39-872C-3EF80C52D79B}" type="pres">
      <dgm:prSet presAssocID="{B895271B-BC55-4B3A-B182-17F456990BB8}" presName="sibTrans" presStyleLbl="sibTrans2D1" presStyleIdx="2" presStyleCnt="3"/>
      <dgm:spPr/>
    </dgm:pt>
    <dgm:pt modelId="{AFED3FBC-3BFD-4B1A-9311-FFAE7B60F2D2}" type="pres">
      <dgm:prSet presAssocID="{B895271B-BC55-4B3A-B182-17F456990BB8}" presName="connectorText" presStyleLbl="sibTrans2D1" presStyleIdx="2" presStyleCnt="3"/>
      <dgm:spPr/>
    </dgm:pt>
    <dgm:pt modelId="{59F484AD-41D6-4869-92CF-4891899B2AC2}" type="pres">
      <dgm:prSet presAssocID="{A2C0EC5F-F687-4F0C-A319-D02E4CC04695}" presName="node" presStyleLbl="node1" presStyleIdx="3" presStyleCnt="4">
        <dgm:presLayoutVars>
          <dgm:bulletEnabled val="1"/>
        </dgm:presLayoutVars>
      </dgm:prSet>
      <dgm:spPr/>
    </dgm:pt>
  </dgm:ptLst>
  <dgm:cxnLst>
    <dgm:cxn modelId="{A462F203-D947-4282-B07C-ADACD6135425}" type="presOf" srcId="{F665ADF2-5C08-41B4-9265-51595C845221}" destId="{86B9A5AD-02A9-48B3-8934-9E18E1E30883}" srcOrd="0" destOrd="0" presId="urn:microsoft.com/office/officeart/2005/8/layout/process1"/>
    <dgm:cxn modelId="{7AEC9C24-7B95-4C37-A8D7-C6EC15336AEF}" type="presOf" srcId="{B1D9CF22-8206-46A8-8A26-AA9839156FC7}" destId="{56D4D41E-B036-40E5-A7A2-384DD821E66A}" srcOrd="0" destOrd="0" presId="urn:microsoft.com/office/officeart/2005/8/layout/process1"/>
    <dgm:cxn modelId="{D3133933-62FA-4C55-AA4A-A932D6C0FC8C}" type="presOf" srcId="{B895271B-BC55-4B3A-B182-17F456990BB8}" destId="{26E2FB50-7F53-4B39-872C-3EF80C52D79B}" srcOrd="0" destOrd="0" presId="urn:microsoft.com/office/officeart/2005/8/layout/process1"/>
    <dgm:cxn modelId="{788D9A5F-8FAF-4D20-A177-3332382792D0}" type="presOf" srcId="{B895271B-BC55-4B3A-B182-17F456990BB8}" destId="{AFED3FBC-3BFD-4B1A-9311-FFAE7B60F2D2}" srcOrd="1" destOrd="0" presId="urn:microsoft.com/office/officeart/2005/8/layout/process1"/>
    <dgm:cxn modelId="{57A41344-A4A2-4A51-81F3-0ED507119E3D}" type="presOf" srcId="{B1D9CF22-8206-46A8-8A26-AA9839156FC7}" destId="{CF3B53B4-BC05-406E-90B1-E251A02E431B}" srcOrd="1" destOrd="0" presId="urn:microsoft.com/office/officeart/2005/8/layout/process1"/>
    <dgm:cxn modelId="{68EE316D-96A0-4786-B020-3E75BD3E7596}" type="presOf" srcId="{022653F7-883D-4219-B5ED-962936CCE2A8}" destId="{54315547-857E-48DC-8A1D-9BFBEC56A2FB}" srcOrd="1" destOrd="0" presId="urn:microsoft.com/office/officeart/2005/8/layout/process1"/>
    <dgm:cxn modelId="{0414AE57-3F51-469A-9504-455F07EDC455}" srcId="{C8DD6BDF-D692-43B1-98F0-87218003602E}" destId="{F665ADF2-5C08-41B4-9265-51595C845221}" srcOrd="1" destOrd="0" parTransId="{245860E1-7B3C-4E4D-8051-511E446EF1F1}" sibTransId="{022653F7-883D-4219-B5ED-962936CCE2A8}"/>
    <dgm:cxn modelId="{967F92B0-A7D2-4747-8CED-55AC94572C22}" srcId="{C8DD6BDF-D692-43B1-98F0-87218003602E}" destId="{A2C0EC5F-F687-4F0C-A319-D02E4CC04695}" srcOrd="3" destOrd="0" parTransId="{565F58AD-A038-4E3A-9119-87186D145EA9}" sibTransId="{1B478E7A-BABA-437D-AC25-47D7744FA7F7}"/>
    <dgm:cxn modelId="{6C435BC2-4494-4F66-9832-9F291E905BDE}" type="presOf" srcId="{C8DD6BDF-D692-43B1-98F0-87218003602E}" destId="{6D3B58F3-1C66-4068-AA5C-95B6414CC14C}" srcOrd="0" destOrd="0" presId="urn:microsoft.com/office/officeart/2005/8/layout/process1"/>
    <dgm:cxn modelId="{1B6C16C8-600D-4465-8BF0-870F4025363A}" type="presOf" srcId="{FB70E077-4A0D-47F4-9CFE-17632AF08AF4}" destId="{873048AB-D105-4EA8-B79F-F7B81A58A700}" srcOrd="0" destOrd="0" presId="urn:microsoft.com/office/officeart/2005/8/layout/process1"/>
    <dgm:cxn modelId="{5E378DD4-DC7E-4A79-B4B1-77BD9963E42E}" type="presOf" srcId="{022653F7-883D-4219-B5ED-962936CCE2A8}" destId="{752326E9-2B9C-449B-B7C8-B0D2340DE7EC}" srcOrd="0" destOrd="0" presId="urn:microsoft.com/office/officeart/2005/8/layout/process1"/>
    <dgm:cxn modelId="{27CE63DF-8DAD-45C8-8445-725FB39C67C6}" srcId="{C8DD6BDF-D692-43B1-98F0-87218003602E}" destId="{FB70E077-4A0D-47F4-9CFE-17632AF08AF4}" srcOrd="2" destOrd="0" parTransId="{AA6DBABB-4DB7-4360-B37C-78684A8D57D6}" sibTransId="{B895271B-BC55-4B3A-B182-17F456990BB8}"/>
    <dgm:cxn modelId="{AC2469E5-6AF5-4D5E-9CCD-EEF404ABFA8E}" type="presOf" srcId="{A2C0EC5F-F687-4F0C-A319-D02E4CC04695}" destId="{59F484AD-41D6-4869-92CF-4891899B2AC2}" srcOrd="0" destOrd="0" presId="urn:microsoft.com/office/officeart/2005/8/layout/process1"/>
    <dgm:cxn modelId="{568DB7E5-648A-4BCC-B182-28108D6E9418}" srcId="{C8DD6BDF-D692-43B1-98F0-87218003602E}" destId="{4F3AE796-2619-4034-8DF9-652B51669CFB}" srcOrd="0" destOrd="0" parTransId="{B85B51EE-BC91-4BF5-8163-90DB01BA3ED1}" sibTransId="{B1D9CF22-8206-46A8-8A26-AA9839156FC7}"/>
    <dgm:cxn modelId="{BEBFA8E8-8AA1-4BFD-955F-0416D447B3B8}" type="presOf" srcId="{4F3AE796-2619-4034-8DF9-652B51669CFB}" destId="{50514C79-3136-41AD-95AE-128D7E52F272}" srcOrd="0" destOrd="0" presId="urn:microsoft.com/office/officeart/2005/8/layout/process1"/>
    <dgm:cxn modelId="{CDCB065B-B80F-41E6-94D9-86240DF55605}" type="presParOf" srcId="{6D3B58F3-1C66-4068-AA5C-95B6414CC14C}" destId="{50514C79-3136-41AD-95AE-128D7E52F272}" srcOrd="0" destOrd="0" presId="urn:microsoft.com/office/officeart/2005/8/layout/process1"/>
    <dgm:cxn modelId="{CBEEA6B4-FA92-4951-9E99-1718F2222036}" type="presParOf" srcId="{6D3B58F3-1C66-4068-AA5C-95B6414CC14C}" destId="{56D4D41E-B036-40E5-A7A2-384DD821E66A}" srcOrd="1" destOrd="0" presId="urn:microsoft.com/office/officeart/2005/8/layout/process1"/>
    <dgm:cxn modelId="{26B0CE33-F6B5-4650-9725-FE5F00ECB884}" type="presParOf" srcId="{56D4D41E-B036-40E5-A7A2-384DD821E66A}" destId="{CF3B53B4-BC05-406E-90B1-E251A02E431B}" srcOrd="0" destOrd="0" presId="urn:microsoft.com/office/officeart/2005/8/layout/process1"/>
    <dgm:cxn modelId="{15668E61-E313-4734-8EC7-B057940B7747}" type="presParOf" srcId="{6D3B58F3-1C66-4068-AA5C-95B6414CC14C}" destId="{86B9A5AD-02A9-48B3-8934-9E18E1E30883}" srcOrd="2" destOrd="0" presId="urn:microsoft.com/office/officeart/2005/8/layout/process1"/>
    <dgm:cxn modelId="{7B358520-B696-4F59-A699-1396138A59C9}" type="presParOf" srcId="{6D3B58F3-1C66-4068-AA5C-95B6414CC14C}" destId="{752326E9-2B9C-449B-B7C8-B0D2340DE7EC}" srcOrd="3" destOrd="0" presId="urn:microsoft.com/office/officeart/2005/8/layout/process1"/>
    <dgm:cxn modelId="{9608B452-8174-4520-B549-ED3967BE5B40}" type="presParOf" srcId="{752326E9-2B9C-449B-B7C8-B0D2340DE7EC}" destId="{54315547-857E-48DC-8A1D-9BFBEC56A2FB}" srcOrd="0" destOrd="0" presId="urn:microsoft.com/office/officeart/2005/8/layout/process1"/>
    <dgm:cxn modelId="{1408DA96-9AF2-4AA3-BEA9-7E0F3AFCEAAE}" type="presParOf" srcId="{6D3B58F3-1C66-4068-AA5C-95B6414CC14C}" destId="{873048AB-D105-4EA8-B79F-F7B81A58A700}" srcOrd="4" destOrd="0" presId="urn:microsoft.com/office/officeart/2005/8/layout/process1"/>
    <dgm:cxn modelId="{99877130-D555-4155-B3D3-F22B4C6FE0EB}" type="presParOf" srcId="{6D3B58F3-1C66-4068-AA5C-95B6414CC14C}" destId="{26E2FB50-7F53-4B39-872C-3EF80C52D79B}" srcOrd="5" destOrd="0" presId="urn:microsoft.com/office/officeart/2005/8/layout/process1"/>
    <dgm:cxn modelId="{DD4A6CF8-9373-4440-B929-FF92F9144A29}" type="presParOf" srcId="{26E2FB50-7F53-4B39-872C-3EF80C52D79B}" destId="{AFED3FBC-3BFD-4B1A-9311-FFAE7B60F2D2}" srcOrd="0" destOrd="0" presId="urn:microsoft.com/office/officeart/2005/8/layout/process1"/>
    <dgm:cxn modelId="{87DAB0F9-108F-4EEC-8747-D0E3C325199C}" type="presParOf" srcId="{6D3B58F3-1C66-4068-AA5C-95B6414CC14C}" destId="{59F484AD-41D6-4869-92CF-4891899B2AC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4A4E63-29AA-41E9-888B-7157ACB86C7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29837D7-A219-4154-B1FF-20AB57C9FCD2}">
      <dgm:prSet phldrT="[Text]" phldr="0"/>
      <dgm:spPr/>
      <dgm:t>
        <a:bodyPr/>
        <a:lstStyle/>
        <a:p>
          <a:r>
            <a:rPr lang="en-US" dirty="0"/>
            <a:t>Invalid symbolic program</a:t>
          </a:r>
        </a:p>
      </dgm:t>
    </dgm:pt>
    <dgm:pt modelId="{1597C5B7-A604-453F-8B23-D933151F5BF5}" type="parTrans" cxnId="{8524E5B9-27F3-43E3-903B-1A5A6503EF50}">
      <dgm:prSet/>
      <dgm:spPr/>
      <dgm:t>
        <a:bodyPr/>
        <a:lstStyle/>
        <a:p>
          <a:endParaRPr lang="en-US"/>
        </a:p>
      </dgm:t>
    </dgm:pt>
    <dgm:pt modelId="{9DB92C1D-1EBB-4DF1-9F7B-5FF32F429355}" type="sibTrans" cxnId="{8524E5B9-27F3-43E3-903B-1A5A6503EF50}">
      <dgm:prSet/>
      <dgm:spPr/>
      <dgm:t>
        <a:bodyPr/>
        <a:lstStyle/>
        <a:p>
          <a:endParaRPr lang="en-US"/>
        </a:p>
      </dgm:t>
    </dgm:pt>
    <dgm:pt modelId="{DAD69B2F-F0DB-4A56-BEC2-E16745907EFC}">
      <dgm:prSet phldrT="[Text]" phldr="0"/>
      <dgm:spPr/>
      <dgm:t>
        <a:bodyPr/>
        <a:lstStyle/>
        <a:p>
          <a:r>
            <a:rPr lang="en-US" dirty="0"/>
            <a:t>Solver returns an error</a:t>
          </a:r>
        </a:p>
      </dgm:t>
    </dgm:pt>
    <dgm:pt modelId="{F6827308-20FC-49D4-A953-ACD56B1F895B}" type="parTrans" cxnId="{079F729B-9C5B-47E8-B20A-EB92FABB4752}">
      <dgm:prSet/>
      <dgm:spPr/>
      <dgm:t>
        <a:bodyPr/>
        <a:lstStyle/>
        <a:p>
          <a:endParaRPr lang="en-US"/>
        </a:p>
      </dgm:t>
    </dgm:pt>
    <dgm:pt modelId="{443B0C7B-0EDB-4A36-875A-A532EC95CF87}" type="sibTrans" cxnId="{079F729B-9C5B-47E8-B20A-EB92FABB4752}">
      <dgm:prSet/>
      <dgm:spPr/>
      <dgm:t>
        <a:bodyPr/>
        <a:lstStyle/>
        <a:p>
          <a:endParaRPr lang="en-US"/>
        </a:p>
      </dgm:t>
    </dgm:pt>
    <dgm:pt modelId="{345C6620-5019-483D-828D-28A9913A5B81}">
      <dgm:prSet phldrT="[Text]" phldr="0"/>
      <dgm:spPr/>
      <dgm:t>
        <a:bodyPr/>
        <a:lstStyle/>
        <a:p>
          <a:r>
            <a:rPr lang="en-US" dirty="0"/>
            <a:t>Error is sent back to the LLM</a:t>
          </a:r>
        </a:p>
      </dgm:t>
    </dgm:pt>
    <dgm:pt modelId="{98C48EBB-175C-4720-B402-7EB2027B80A9}" type="parTrans" cxnId="{B7587BEC-3B02-4720-8B0F-3023D0631A86}">
      <dgm:prSet/>
      <dgm:spPr/>
      <dgm:t>
        <a:bodyPr/>
        <a:lstStyle/>
        <a:p>
          <a:endParaRPr lang="en-US"/>
        </a:p>
      </dgm:t>
    </dgm:pt>
    <dgm:pt modelId="{501966C5-B533-4174-BD48-41C2B27C88D0}" type="sibTrans" cxnId="{B7587BEC-3B02-4720-8B0F-3023D0631A86}">
      <dgm:prSet/>
      <dgm:spPr/>
      <dgm:t>
        <a:bodyPr/>
        <a:lstStyle/>
        <a:p>
          <a:endParaRPr lang="en-US"/>
        </a:p>
      </dgm:t>
    </dgm:pt>
    <dgm:pt modelId="{08B31ECA-AAA8-4518-A22C-24586AC08AEE}">
      <dgm:prSet phldrT="[Text]" phldr="0"/>
      <dgm:spPr/>
      <dgm:t>
        <a:bodyPr/>
        <a:lstStyle/>
        <a:p>
          <a:r>
            <a:rPr lang="en-US" dirty="0"/>
            <a:t>LLM revises the program</a:t>
          </a:r>
        </a:p>
      </dgm:t>
    </dgm:pt>
    <dgm:pt modelId="{E523C3FA-B0E9-4D39-B489-530DF92B35EF}" type="parTrans" cxnId="{63B0D863-0E94-40A4-9846-8AD62F7707E5}">
      <dgm:prSet/>
      <dgm:spPr/>
      <dgm:t>
        <a:bodyPr/>
        <a:lstStyle/>
        <a:p>
          <a:endParaRPr lang="en-US"/>
        </a:p>
      </dgm:t>
    </dgm:pt>
    <dgm:pt modelId="{A6C55C48-D785-4B47-A589-4A625E63D5B6}" type="sibTrans" cxnId="{63B0D863-0E94-40A4-9846-8AD62F7707E5}">
      <dgm:prSet/>
      <dgm:spPr/>
      <dgm:t>
        <a:bodyPr/>
        <a:lstStyle/>
        <a:p>
          <a:endParaRPr lang="en-US"/>
        </a:p>
      </dgm:t>
    </dgm:pt>
    <dgm:pt modelId="{1B5C3941-BEC9-46FE-9136-49CC092C77D0}" type="pres">
      <dgm:prSet presAssocID="{8D4A4E63-29AA-41E9-888B-7157ACB86C79}" presName="Name0" presStyleCnt="0">
        <dgm:presLayoutVars>
          <dgm:dir/>
          <dgm:resizeHandles val="exact"/>
        </dgm:presLayoutVars>
      </dgm:prSet>
      <dgm:spPr/>
    </dgm:pt>
    <dgm:pt modelId="{65FBBC5F-2608-49A7-B7C4-F6AB208E9DE6}" type="pres">
      <dgm:prSet presAssocID="{A29837D7-A219-4154-B1FF-20AB57C9FCD2}" presName="node" presStyleLbl="node1" presStyleIdx="0" presStyleCnt="4">
        <dgm:presLayoutVars>
          <dgm:bulletEnabled val="1"/>
        </dgm:presLayoutVars>
      </dgm:prSet>
      <dgm:spPr/>
    </dgm:pt>
    <dgm:pt modelId="{8F80823D-70DA-41BB-91E0-519DDA148FF5}" type="pres">
      <dgm:prSet presAssocID="{9DB92C1D-1EBB-4DF1-9F7B-5FF32F429355}" presName="sibTrans" presStyleLbl="sibTrans2D1" presStyleIdx="0" presStyleCnt="3"/>
      <dgm:spPr/>
    </dgm:pt>
    <dgm:pt modelId="{691695D6-61C7-482B-8842-BFC916BBDA4C}" type="pres">
      <dgm:prSet presAssocID="{9DB92C1D-1EBB-4DF1-9F7B-5FF32F429355}" presName="connectorText" presStyleLbl="sibTrans2D1" presStyleIdx="0" presStyleCnt="3"/>
      <dgm:spPr/>
    </dgm:pt>
    <dgm:pt modelId="{406BD22A-7E9C-493E-9BAD-F3AA37BDC594}" type="pres">
      <dgm:prSet presAssocID="{DAD69B2F-F0DB-4A56-BEC2-E16745907EFC}" presName="node" presStyleLbl="node1" presStyleIdx="1" presStyleCnt="4">
        <dgm:presLayoutVars>
          <dgm:bulletEnabled val="1"/>
        </dgm:presLayoutVars>
      </dgm:prSet>
      <dgm:spPr/>
    </dgm:pt>
    <dgm:pt modelId="{63973CEC-49C2-4FBF-A8E7-9B9D0F087282}" type="pres">
      <dgm:prSet presAssocID="{443B0C7B-0EDB-4A36-875A-A532EC95CF87}" presName="sibTrans" presStyleLbl="sibTrans2D1" presStyleIdx="1" presStyleCnt="3"/>
      <dgm:spPr/>
    </dgm:pt>
    <dgm:pt modelId="{7276F264-1E35-48C3-A45F-F2698D52C8DF}" type="pres">
      <dgm:prSet presAssocID="{443B0C7B-0EDB-4A36-875A-A532EC95CF87}" presName="connectorText" presStyleLbl="sibTrans2D1" presStyleIdx="1" presStyleCnt="3"/>
      <dgm:spPr/>
    </dgm:pt>
    <dgm:pt modelId="{992400C7-8266-47AD-93D0-B3105657E67A}" type="pres">
      <dgm:prSet presAssocID="{345C6620-5019-483D-828D-28A9913A5B81}" presName="node" presStyleLbl="node1" presStyleIdx="2" presStyleCnt="4">
        <dgm:presLayoutVars>
          <dgm:bulletEnabled val="1"/>
        </dgm:presLayoutVars>
      </dgm:prSet>
      <dgm:spPr/>
    </dgm:pt>
    <dgm:pt modelId="{86759232-0BB4-411B-8652-03F863452139}" type="pres">
      <dgm:prSet presAssocID="{501966C5-B533-4174-BD48-41C2B27C88D0}" presName="sibTrans" presStyleLbl="sibTrans2D1" presStyleIdx="2" presStyleCnt="3"/>
      <dgm:spPr/>
    </dgm:pt>
    <dgm:pt modelId="{7DD70B9E-5040-4FE0-AAF9-43ED64B1ADE5}" type="pres">
      <dgm:prSet presAssocID="{501966C5-B533-4174-BD48-41C2B27C88D0}" presName="connectorText" presStyleLbl="sibTrans2D1" presStyleIdx="2" presStyleCnt="3"/>
      <dgm:spPr/>
    </dgm:pt>
    <dgm:pt modelId="{EEB33F0C-0F52-42CE-83F6-133400525D1A}" type="pres">
      <dgm:prSet presAssocID="{08B31ECA-AAA8-4518-A22C-24586AC08AEE}" presName="node" presStyleLbl="node1" presStyleIdx="3" presStyleCnt="4">
        <dgm:presLayoutVars>
          <dgm:bulletEnabled val="1"/>
        </dgm:presLayoutVars>
      </dgm:prSet>
      <dgm:spPr/>
    </dgm:pt>
  </dgm:ptLst>
  <dgm:cxnLst>
    <dgm:cxn modelId="{2802401A-7515-4BB6-8498-E02058D628DC}" type="presOf" srcId="{345C6620-5019-483D-828D-28A9913A5B81}" destId="{992400C7-8266-47AD-93D0-B3105657E67A}" srcOrd="0" destOrd="0" presId="urn:microsoft.com/office/officeart/2005/8/layout/process1"/>
    <dgm:cxn modelId="{63B0D863-0E94-40A4-9846-8AD62F7707E5}" srcId="{8D4A4E63-29AA-41E9-888B-7157ACB86C79}" destId="{08B31ECA-AAA8-4518-A22C-24586AC08AEE}" srcOrd="3" destOrd="0" parTransId="{E523C3FA-B0E9-4D39-B489-530DF92B35EF}" sibTransId="{A6C55C48-D785-4B47-A589-4A625E63D5B6}"/>
    <dgm:cxn modelId="{1EC8E766-BEE5-4D6C-904E-545B583903E6}" type="presOf" srcId="{501966C5-B533-4174-BD48-41C2B27C88D0}" destId="{86759232-0BB4-411B-8652-03F863452139}" srcOrd="0" destOrd="0" presId="urn:microsoft.com/office/officeart/2005/8/layout/process1"/>
    <dgm:cxn modelId="{236A0867-1172-411B-BFB6-451EE3F2C379}" type="presOf" srcId="{08B31ECA-AAA8-4518-A22C-24586AC08AEE}" destId="{EEB33F0C-0F52-42CE-83F6-133400525D1A}" srcOrd="0" destOrd="0" presId="urn:microsoft.com/office/officeart/2005/8/layout/process1"/>
    <dgm:cxn modelId="{A5F46A54-B842-46F0-8A7D-2CF7C7992476}" type="presOf" srcId="{501966C5-B533-4174-BD48-41C2B27C88D0}" destId="{7DD70B9E-5040-4FE0-AAF9-43ED64B1ADE5}" srcOrd="1" destOrd="0" presId="urn:microsoft.com/office/officeart/2005/8/layout/process1"/>
    <dgm:cxn modelId="{2A4F4987-46CC-4C9B-8E54-9549B12165C1}" type="presOf" srcId="{9DB92C1D-1EBB-4DF1-9F7B-5FF32F429355}" destId="{691695D6-61C7-482B-8842-BFC916BBDA4C}" srcOrd="1" destOrd="0" presId="urn:microsoft.com/office/officeart/2005/8/layout/process1"/>
    <dgm:cxn modelId="{DC3FBD8E-229D-4A02-A6B8-0CA227F4BADC}" type="presOf" srcId="{A29837D7-A219-4154-B1FF-20AB57C9FCD2}" destId="{65FBBC5F-2608-49A7-B7C4-F6AB208E9DE6}" srcOrd="0" destOrd="0" presId="urn:microsoft.com/office/officeart/2005/8/layout/process1"/>
    <dgm:cxn modelId="{079F729B-9C5B-47E8-B20A-EB92FABB4752}" srcId="{8D4A4E63-29AA-41E9-888B-7157ACB86C79}" destId="{DAD69B2F-F0DB-4A56-BEC2-E16745907EFC}" srcOrd="1" destOrd="0" parTransId="{F6827308-20FC-49D4-A953-ACD56B1F895B}" sibTransId="{443B0C7B-0EDB-4A36-875A-A532EC95CF87}"/>
    <dgm:cxn modelId="{8524E5B9-27F3-43E3-903B-1A5A6503EF50}" srcId="{8D4A4E63-29AA-41E9-888B-7157ACB86C79}" destId="{A29837D7-A219-4154-B1FF-20AB57C9FCD2}" srcOrd="0" destOrd="0" parTransId="{1597C5B7-A604-453F-8B23-D933151F5BF5}" sibTransId="{9DB92C1D-1EBB-4DF1-9F7B-5FF32F429355}"/>
    <dgm:cxn modelId="{F457AAD1-9E46-4B3F-B892-C1502E62ACD5}" type="presOf" srcId="{DAD69B2F-F0DB-4A56-BEC2-E16745907EFC}" destId="{406BD22A-7E9C-493E-9BAD-F3AA37BDC594}" srcOrd="0" destOrd="0" presId="urn:microsoft.com/office/officeart/2005/8/layout/process1"/>
    <dgm:cxn modelId="{8740D6D6-6FDA-46D0-9418-428EFA0D7D16}" type="presOf" srcId="{443B0C7B-0EDB-4A36-875A-A532EC95CF87}" destId="{63973CEC-49C2-4FBF-A8E7-9B9D0F087282}" srcOrd="0" destOrd="0" presId="urn:microsoft.com/office/officeart/2005/8/layout/process1"/>
    <dgm:cxn modelId="{D24908E0-09A1-45B8-9618-D64A60D01146}" type="presOf" srcId="{9DB92C1D-1EBB-4DF1-9F7B-5FF32F429355}" destId="{8F80823D-70DA-41BB-91E0-519DDA148FF5}" srcOrd="0" destOrd="0" presId="urn:microsoft.com/office/officeart/2005/8/layout/process1"/>
    <dgm:cxn modelId="{B7587BEC-3B02-4720-8B0F-3023D0631A86}" srcId="{8D4A4E63-29AA-41E9-888B-7157ACB86C79}" destId="{345C6620-5019-483D-828D-28A9913A5B81}" srcOrd="2" destOrd="0" parTransId="{98C48EBB-175C-4720-B402-7EB2027B80A9}" sibTransId="{501966C5-B533-4174-BD48-41C2B27C88D0}"/>
    <dgm:cxn modelId="{D9A743F7-8605-4B82-903A-D131726F7D8C}" type="presOf" srcId="{443B0C7B-0EDB-4A36-875A-A532EC95CF87}" destId="{7276F264-1E35-48C3-A45F-F2698D52C8DF}" srcOrd="1" destOrd="0" presId="urn:microsoft.com/office/officeart/2005/8/layout/process1"/>
    <dgm:cxn modelId="{5EA7FFF7-4E3E-4C17-827B-0269703DF9B7}" type="presOf" srcId="{8D4A4E63-29AA-41E9-888B-7157ACB86C79}" destId="{1B5C3941-BEC9-46FE-9136-49CC092C77D0}" srcOrd="0" destOrd="0" presId="urn:microsoft.com/office/officeart/2005/8/layout/process1"/>
    <dgm:cxn modelId="{28136570-A83B-48C7-A1EA-9BFCCB2AC675}" type="presParOf" srcId="{1B5C3941-BEC9-46FE-9136-49CC092C77D0}" destId="{65FBBC5F-2608-49A7-B7C4-F6AB208E9DE6}" srcOrd="0" destOrd="0" presId="urn:microsoft.com/office/officeart/2005/8/layout/process1"/>
    <dgm:cxn modelId="{73E2A4FE-71E9-46A0-988B-018519851E6F}" type="presParOf" srcId="{1B5C3941-BEC9-46FE-9136-49CC092C77D0}" destId="{8F80823D-70DA-41BB-91E0-519DDA148FF5}" srcOrd="1" destOrd="0" presId="urn:microsoft.com/office/officeart/2005/8/layout/process1"/>
    <dgm:cxn modelId="{974AEE6E-A660-4C32-8116-78FA57FA792A}" type="presParOf" srcId="{8F80823D-70DA-41BB-91E0-519DDA148FF5}" destId="{691695D6-61C7-482B-8842-BFC916BBDA4C}" srcOrd="0" destOrd="0" presId="urn:microsoft.com/office/officeart/2005/8/layout/process1"/>
    <dgm:cxn modelId="{24E43271-A41C-4E4F-AB0B-3FEFFD80DFE4}" type="presParOf" srcId="{1B5C3941-BEC9-46FE-9136-49CC092C77D0}" destId="{406BD22A-7E9C-493E-9BAD-F3AA37BDC594}" srcOrd="2" destOrd="0" presId="urn:microsoft.com/office/officeart/2005/8/layout/process1"/>
    <dgm:cxn modelId="{2643CB8A-B1AA-4C3C-84F4-FB92BE9AD967}" type="presParOf" srcId="{1B5C3941-BEC9-46FE-9136-49CC092C77D0}" destId="{63973CEC-49C2-4FBF-A8E7-9B9D0F087282}" srcOrd="3" destOrd="0" presId="urn:microsoft.com/office/officeart/2005/8/layout/process1"/>
    <dgm:cxn modelId="{0EAD0F28-1E66-401A-843A-D9EFC596B37C}" type="presParOf" srcId="{63973CEC-49C2-4FBF-A8E7-9B9D0F087282}" destId="{7276F264-1E35-48C3-A45F-F2698D52C8DF}" srcOrd="0" destOrd="0" presId="urn:microsoft.com/office/officeart/2005/8/layout/process1"/>
    <dgm:cxn modelId="{D4DFCCD1-7657-4B7D-8F89-94ED61E39B32}" type="presParOf" srcId="{1B5C3941-BEC9-46FE-9136-49CC092C77D0}" destId="{992400C7-8266-47AD-93D0-B3105657E67A}" srcOrd="4" destOrd="0" presId="urn:microsoft.com/office/officeart/2005/8/layout/process1"/>
    <dgm:cxn modelId="{1FF1C34F-36C2-4A6F-8D46-4264DB2D43B2}" type="presParOf" srcId="{1B5C3941-BEC9-46FE-9136-49CC092C77D0}" destId="{86759232-0BB4-411B-8652-03F863452139}" srcOrd="5" destOrd="0" presId="urn:microsoft.com/office/officeart/2005/8/layout/process1"/>
    <dgm:cxn modelId="{6462A748-D20D-45EA-B7E8-B5E2055698AC}" type="presParOf" srcId="{86759232-0BB4-411B-8652-03F863452139}" destId="{7DD70B9E-5040-4FE0-AAF9-43ED64B1ADE5}" srcOrd="0" destOrd="0" presId="urn:microsoft.com/office/officeart/2005/8/layout/process1"/>
    <dgm:cxn modelId="{435EDCF3-B873-4E89-B049-9085994C967C}" type="presParOf" srcId="{1B5C3941-BEC9-46FE-9136-49CC092C77D0}" destId="{EEB33F0C-0F52-42CE-83F6-133400525D1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2F5E10-E3FC-4910-98FC-BD3EF54176AA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F4402A90-4BC7-4401-B350-84354FAABAD9}">
      <dgm:prSet phldrT="[Text]"/>
      <dgm:spPr/>
      <dgm:t>
        <a:bodyPr/>
        <a:lstStyle/>
        <a:p>
          <a:pPr>
            <a:buNone/>
          </a:pPr>
          <a:r>
            <a:rPr lang="en-US" dirty="0"/>
            <a:t>Natural-language question</a:t>
          </a:r>
        </a:p>
      </dgm:t>
    </dgm:pt>
    <dgm:pt modelId="{1A82EE4D-12AF-4EAD-AA0D-225ADF27DCAB}" type="parTrans" cxnId="{05B253C0-2D30-45AE-B3CC-8C04E713FC09}">
      <dgm:prSet/>
      <dgm:spPr/>
      <dgm:t>
        <a:bodyPr/>
        <a:lstStyle/>
        <a:p>
          <a:endParaRPr lang="en-US"/>
        </a:p>
      </dgm:t>
    </dgm:pt>
    <dgm:pt modelId="{8FAD0165-F8CD-47C6-8C0F-F7D98E1FDF3F}" type="sibTrans" cxnId="{05B253C0-2D30-45AE-B3CC-8C04E713FC09}">
      <dgm:prSet/>
      <dgm:spPr/>
      <dgm:t>
        <a:bodyPr/>
        <a:lstStyle/>
        <a:p>
          <a:endParaRPr lang="en-US"/>
        </a:p>
      </dgm:t>
    </dgm:pt>
    <dgm:pt modelId="{0521B7F6-28D3-4CCB-8DC8-31E2215147C5}">
      <dgm:prSet phldrT="[Text]"/>
      <dgm:spPr/>
      <dgm:t>
        <a:bodyPr/>
        <a:lstStyle/>
        <a:p>
          <a:pPr>
            <a:buNone/>
          </a:pPr>
          <a:r>
            <a:rPr lang="en-US" dirty="0"/>
            <a:t>Predefined Prolog query </a:t>
          </a:r>
        </a:p>
      </dgm:t>
    </dgm:pt>
    <dgm:pt modelId="{9E992CF8-1D16-4FC0-A595-192DE54707E6}" type="parTrans" cxnId="{6D37C8E0-5A5D-49DA-BBC5-4BF080D00CC5}">
      <dgm:prSet/>
      <dgm:spPr/>
      <dgm:t>
        <a:bodyPr/>
        <a:lstStyle/>
        <a:p>
          <a:endParaRPr lang="en-US"/>
        </a:p>
      </dgm:t>
    </dgm:pt>
    <dgm:pt modelId="{26EAD8B2-5E50-4475-A6DC-4165FEEF4AC3}" type="sibTrans" cxnId="{6D37C8E0-5A5D-49DA-BBC5-4BF080D00CC5}">
      <dgm:prSet/>
      <dgm:spPr/>
      <dgm:t>
        <a:bodyPr/>
        <a:lstStyle/>
        <a:p>
          <a:endParaRPr lang="en-US"/>
        </a:p>
      </dgm:t>
    </dgm:pt>
    <dgm:pt modelId="{BC93CB99-1133-4074-8048-3DA53F6AD5A6}">
      <dgm:prSet phldrT="[Text]"/>
      <dgm:spPr/>
      <dgm:t>
        <a:bodyPr/>
        <a:lstStyle/>
        <a:p>
          <a:pPr>
            <a:buNone/>
          </a:pPr>
          <a:r>
            <a:rPr lang="en-US" dirty="0"/>
            <a:t>SWI-Prolog knowledge base </a:t>
          </a:r>
        </a:p>
      </dgm:t>
    </dgm:pt>
    <dgm:pt modelId="{29E70EC0-65D8-4B4D-936D-F9D0B873CCB3}" type="parTrans" cxnId="{9F127181-29B1-4700-BF53-5CA0E569F129}">
      <dgm:prSet/>
      <dgm:spPr/>
      <dgm:t>
        <a:bodyPr/>
        <a:lstStyle/>
        <a:p>
          <a:endParaRPr lang="en-US"/>
        </a:p>
      </dgm:t>
    </dgm:pt>
    <dgm:pt modelId="{4566EBF7-167D-4419-A0C1-1E895C63CB50}" type="sibTrans" cxnId="{9F127181-29B1-4700-BF53-5CA0E569F129}">
      <dgm:prSet/>
      <dgm:spPr/>
      <dgm:t>
        <a:bodyPr/>
        <a:lstStyle/>
        <a:p>
          <a:endParaRPr lang="en-US"/>
        </a:p>
      </dgm:t>
    </dgm:pt>
    <dgm:pt modelId="{E66C1C82-2766-4621-AF46-AAA937D79BDF}">
      <dgm:prSet phldrT="[Text]"/>
      <dgm:spPr/>
      <dgm:t>
        <a:bodyPr/>
        <a:lstStyle/>
        <a:p>
          <a:pPr>
            <a:buNone/>
          </a:pPr>
          <a:r>
            <a:rPr lang="en-US" dirty="0"/>
            <a:t>True, false/not derivable, or error</a:t>
          </a:r>
        </a:p>
      </dgm:t>
    </dgm:pt>
    <dgm:pt modelId="{DA93F5ED-A236-42CB-8F7A-E03456C1CE50}" type="parTrans" cxnId="{86C35FD5-9408-45BA-88F3-28D54ADA131A}">
      <dgm:prSet/>
      <dgm:spPr/>
      <dgm:t>
        <a:bodyPr/>
        <a:lstStyle/>
        <a:p>
          <a:endParaRPr lang="en-US"/>
        </a:p>
      </dgm:t>
    </dgm:pt>
    <dgm:pt modelId="{6ABF18D9-5B15-4FD9-8394-7AC7083186B3}" type="sibTrans" cxnId="{86C35FD5-9408-45BA-88F3-28D54ADA131A}">
      <dgm:prSet/>
      <dgm:spPr/>
      <dgm:t>
        <a:bodyPr/>
        <a:lstStyle/>
        <a:p>
          <a:endParaRPr lang="en-US"/>
        </a:p>
      </dgm:t>
    </dgm:pt>
    <dgm:pt modelId="{C75B75BF-5A26-489E-BBE1-A656B371786D}" type="pres">
      <dgm:prSet presAssocID="{EE2F5E10-E3FC-4910-98FC-BD3EF54176AA}" presName="Name0" presStyleCnt="0">
        <dgm:presLayoutVars>
          <dgm:dir/>
          <dgm:resizeHandles val="exact"/>
        </dgm:presLayoutVars>
      </dgm:prSet>
      <dgm:spPr/>
    </dgm:pt>
    <dgm:pt modelId="{684A563F-4DD8-417E-BFCF-3103BFC54FF3}" type="pres">
      <dgm:prSet presAssocID="{F4402A90-4BC7-4401-B350-84354FAABAD9}" presName="node" presStyleLbl="node1" presStyleIdx="0" presStyleCnt="4">
        <dgm:presLayoutVars>
          <dgm:bulletEnabled val="1"/>
        </dgm:presLayoutVars>
      </dgm:prSet>
      <dgm:spPr/>
    </dgm:pt>
    <dgm:pt modelId="{D695D66D-0236-424D-985B-37966746B67C}" type="pres">
      <dgm:prSet presAssocID="{8FAD0165-F8CD-47C6-8C0F-F7D98E1FDF3F}" presName="sibTrans" presStyleLbl="sibTrans2D1" presStyleIdx="0" presStyleCnt="3"/>
      <dgm:spPr/>
    </dgm:pt>
    <dgm:pt modelId="{AC41FDD3-187C-4CAA-A1E4-0D00E7871D96}" type="pres">
      <dgm:prSet presAssocID="{8FAD0165-F8CD-47C6-8C0F-F7D98E1FDF3F}" presName="connectorText" presStyleLbl="sibTrans2D1" presStyleIdx="0" presStyleCnt="3"/>
      <dgm:spPr/>
    </dgm:pt>
    <dgm:pt modelId="{939BDC4F-AB09-4301-9786-042F6FB0AE32}" type="pres">
      <dgm:prSet presAssocID="{0521B7F6-28D3-4CCB-8DC8-31E2215147C5}" presName="node" presStyleLbl="node1" presStyleIdx="1" presStyleCnt="4">
        <dgm:presLayoutVars>
          <dgm:bulletEnabled val="1"/>
        </dgm:presLayoutVars>
      </dgm:prSet>
      <dgm:spPr/>
    </dgm:pt>
    <dgm:pt modelId="{B7CD0238-5624-4D1D-B1AB-4589B46CE96A}" type="pres">
      <dgm:prSet presAssocID="{26EAD8B2-5E50-4475-A6DC-4165FEEF4AC3}" presName="sibTrans" presStyleLbl="sibTrans2D1" presStyleIdx="1" presStyleCnt="3"/>
      <dgm:spPr/>
    </dgm:pt>
    <dgm:pt modelId="{560197AE-9A03-4FC2-83E9-2788A83F8879}" type="pres">
      <dgm:prSet presAssocID="{26EAD8B2-5E50-4475-A6DC-4165FEEF4AC3}" presName="connectorText" presStyleLbl="sibTrans2D1" presStyleIdx="1" presStyleCnt="3"/>
      <dgm:spPr/>
    </dgm:pt>
    <dgm:pt modelId="{19DFA6C3-E2AB-4437-857D-F000A41059AC}" type="pres">
      <dgm:prSet presAssocID="{BC93CB99-1133-4074-8048-3DA53F6AD5A6}" presName="node" presStyleLbl="node1" presStyleIdx="2" presStyleCnt="4">
        <dgm:presLayoutVars>
          <dgm:bulletEnabled val="1"/>
        </dgm:presLayoutVars>
      </dgm:prSet>
      <dgm:spPr/>
    </dgm:pt>
    <dgm:pt modelId="{0ADBC078-4F08-4C64-AF90-DC2C6885DA0B}" type="pres">
      <dgm:prSet presAssocID="{4566EBF7-167D-4419-A0C1-1E895C63CB50}" presName="sibTrans" presStyleLbl="sibTrans2D1" presStyleIdx="2" presStyleCnt="3"/>
      <dgm:spPr/>
    </dgm:pt>
    <dgm:pt modelId="{5812B329-681B-4E6D-BCB8-E4DC89FCC110}" type="pres">
      <dgm:prSet presAssocID="{4566EBF7-167D-4419-A0C1-1E895C63CB50}" presName="connectorText" presStyleLbl="sibTrans2D1" presStyleIdx="2" presStyleCnt="3"/>
      <dgm:spPr/>
    </dgm:pt>
    <dgm:pt modelId="{A2F50E89-A3B0-4A67-8AB2-61B5F9FF499A}" type="pres">
      <dgm:prSet presAssocID="{E66C1C82-2766-4621-AF46-AAA937D79BDF}" presName="node" presStyleLbl="node1" presStyleIdx="3" presStyleCnt="4">
        <dgm:presLayoutVars>
          <dgm:bulletEnabled val="1"/>
        </dgm:presLayoutVars>
      </dgm:prSet>
      <dgm:spPr/>
    </dgm:pt>
  </dgm:ptLst>
  <dgm:cxnLst>
    <dgm:cxn modelId="{2DFDF931-5677-4479-9BD1-E11BA1FF73AF}" type="presOf" srcId="{26EAD8B2-5E50-4475-A6DC-4165FEEF4AC3}" destId="{560197AE-9A03-4FC2-83E9-2788A83F8879}" srcOrd="1" destOrd="0" presId="urn:microsoft.com/office/officeart/2005/8/layout/process1"/>
    <dgm:cxn modelId="{F791003F-A55E-4301-81D8-819C90F7A8D2}" type="presOf" srcId="{4566EBF7-167D-4419-A0C1-1E895C63CB50}" destId="{5812B329-681B-4E6D-BCB8-E4DC89FCC110}" srcOrd="1" destOrd="0" presId="urn:microsoft.com/office/officeart/2005/8/layout/process1"/>
    <dgm:cxn modelId="{A75CDC73-6F2E-46C1-8CF3-C5BD4C160B84}" type="presOf" srcId="{F4402A90-4BC7-4401-B350-84354FAABAD9}" destId="{684A563F-4DD8-417E-BFCF-3103BFC54FF3}" srcOrd="0" destOrd="0" presId="urn:microsoft.com/office/officeart/2005/8/layout/process1"/>
    <dgm:cxn modelId="{637A7557-BFC4-4458-9BCC-695D3CF0FF41}" type="presOf" srcId="{4566EBF7-167D-4419-A0C1-1E895C63CB50}" destId="{0ADBC078-4F08-4C64-AF90-DC2C6885DA0B}" srcOrd="0" destOrd="0" presId="urn:microsoft.com/office/officeart/2005/8/layout/process1"/>
    <dgm:cxn modelId="{FD8D9459-C5E5-411A-BE9A-6C2DEEF95CF8}" type="presOf" srcId="{BC93CB99-1133-4074-8048-3DA53F6AD5A6}" destId="{19DFA6C3-E2AB-4437-857D-F000A41059AC}" srcOrd="0" destOrd="0" presId="urn:microsoft.com/office/officeart/2005/8/layout/process1"/>
    <dgm:cxn modelId="{9F127181-29B1-4700-BF53-5CA0E569F129}" srcId="{EE2F5E10-E3FC-4910-98FC-BD3EF54176AA}" destId="{BC93CB99-1133-4074-8048-3DA53F6AD5A6}" srcOrd="2" destOrd="0" parTransId="{29E70EC0-65D8-4B4D-936D-F9D0B873CCB3}" sibTransId="{4566EBF7-167D-4419-A0C1-1E895C63CB50}"/>
    <dgm:cxn modelId="{721D2B91-E7D3-4C7C-B5A1-9E7F039BEDED}" type="presOf" srcId="{EE2F5E10-E3FC-4910-98FC-BD3EF54176AA}" destId="{C75B75BF-5A26-489E-BBE1-A656B371786D}" srcOrd="0" destOrd="0" presId="urn:microsoft.com/office/officeart/2005/8/layout/process1"/>
    <dgm:cxn modelId="{2E918891-4BA7-4B41-A642-EAAFA34965AF}" type="presOf" srcId="{0521B7F6-28D3-4CCB-8DC8-31E2215147C5}" destId="{939BDC4F-AB09-4301-9786-042F6FB0AE32}" srcOrd="0" destOrd="0" presId="urn:microsoft.com/office/officeart/2005/8/layout/process1"/>
    <dgm:cxn modelId="{D7516198-BF5B-446D-8AD9-4ADE28543F2F}" type="presOf" srcId="{8FAD0165-F8CD-47C6-8C0F-F7D98E1FDF3F}" destId="{D695D66D-0236-424D-985B-37966746B67C}" srcOrd="0" destOrd="0" presId="urn:microsoft.com/office/officeart/2005/8/layout/process1"/>
    <dgm:cxn modelId="{0C225BB2-F24F-4EE0-A0B2-28BC2D188C2B}" type="presOf" srcId="{E66C1C82-2766-4621-AF46-AAA937D79BDF}" destId="{A2F50E89-A3B0-4A67-8AB2-61B5F9FF499A}" srcOrd="0" destOrd="0" presId="urn:microsoft.com/office/officeart/2005/8/layout/process1"/>
    <dgm:cxn modelId="{C0B5B1B8-0E23-444E-AC17-563470715605}" type="presOf" srcId="{8FAD0165-F8CD-47C6-8C0F-F7D98E1FDF3F}" destId="{AC41FDD3-187C-4CAA-A1E4-0D00E7871D96}" srcOrd="1" destOrd="0" presId="urn:microsoft.com/office/officeart/2005/8/layout/process1"/>
    <dgm:cxn modelId="{05B253C0-2D30-45AE-B3CC-8C04E713FC09}" srcId="{EE2F5E10-E3FC-4910-98FC-BD3EF54176AA}" destId="{F4402A90-4BC7-4401-B350-84354FAABAD9}" srcOrd="0" destOrd="0" parTransId="{1A82EE4D-12AF-4EAD-AA0D-225ADF27DCAB}" sibTransId="{8FAD0165-F8CD-47C6-8C0F-F7D98E1FDF3F}"/>
    <dgm:cxn modelId="{A69CAFCC-09DE-4A05-A0FE-373B5460D23E}" type="presOf" srcId="{26EAD8B2-5E50-4475-A6DC-4165FEEF4AC3}" destId="{B7CD0238-5624-4D1D-B1AB-4589B46CE96A}" srcOrd="0" destOrd="0" presId="urn:microsoft.com/office/officeart/2005/8/layout/process1"/>
    <dgm:cxn modelId="{86C35FD5-9408-45BA-88F3-28D54ADA131A}" srcId="{EE2F5E10-E3FC-4910-98FC-BD3EF54176AA}" destId="{E66C1C82-2766-4621-AF46-AAA937D79BDF}" srcOrd="3" destOrd="0" parTransId="{DA93F5ED-A236-42CB-8F7A-E03456C1CE50}" sibTransId="{6ABF18D9-5B15-4FD9-8394-7AC7083186B3}"/>
    <dgm:cxn modelId="{6D37C8E0-5A5D-49DA-BBC5-4BF080D00CC5}" srcId="{EE2F5E10-E3FC-4910-98FC-BD3EF54176AA}" destId="{0521B7F6-28D3-4CCB-8DC8-31E2215147C5}" srcOrd="1" destOrd="0" parTransId="{9E992CF8-1D16-4FC0-A595-192DE54707E6}" sibTransId="{26EAD8B2-5E50-4475-A6DC-4165FEEF4AC3}"/>
    <dgm:cxn modelId="{102708E6-698B-44EC-9EF3-965EB320B77B}" type="presParOf" srcId="{C75B75BF-5A26-489E-BBE1-A656B371786D}" destId="{684A563F-4DD8-417E-BFCF-3103BFC54FF3}" srcOrd="0" destOrd="0" presId="urn:microsoft.com/office/officeart/2005/8/layout/process1"/>
    <dgm:cxn modelId="{606F2E9E-EA14-43B8-BF99-1462239307A4}" type="presParOf" srcId="{C75B75BF-5A26-489E-BBE1-A656B371786D}" destId="{D695D66D-0236-424D-985B-37966746B67C}" srcOrd="1" destOrd="0" presId="urn:microsoft.com/office/officeart/2005/8/layout/process1"/>
    <dgm:cxn modelId="{13B82266-7126-4C39-BF55-33F2C4653ABB}" type="presParOf" srcId="{D695D66D-0236-424D-985B-37966746B67C}" destId="{AC41FDD3-187C-4CAA-A1E4-0D00E7871D96}" srcOrd="0" destOrd="0" presId="urn:microsoft.com/office/officeart/2005/8/layout/process1"/>
    <dgm:cxn modelId="{AC288798-46DD-4AD9-8E0D-B4FA67545CA6}" type="presParOf" srcId="{C75B75BF-5A26-489E-BBE1-A656B371786D}" destId="{939BDC4F-AB09-4301-9786-042F6FB0AE32}" srcOrd="2" destOrd="0" presId="urn:microsoft.com/office/officeart/2005/8/layout/process1"/>
    <dgm:cxn modelId="{29B4C4AC-DD8B-4275-A256-057D27AFF276}" type="presParOf" srcId="{C75B75BF-5A26-489E-BBE1-A656B371786D}" destId="{B7CD0238-5624-4D1D-B1AB-4589B46CE96A}" srcOrd="3" destOrd="0" presId="urn:microsoft.com/office/officeart/2005/8/layout/process1"/>
    <dgm:cxn modelId="{7F8294AC-7E6B-4BC0-B5A5-F01781BB2578}" type="presParOf" srcId="{B7CD0238-5624-4D1D-B1AB-4589B46CE96A}" destId="{560197AE-9A03-4FC2-83E9-2788A83F8879}" srcOrd="0" destOrd="0" presId="urn:microsoft.com/office/officeart/2005/8/layout/process1"/>
    <dgm:cxn modelId="{AFE35F54-4716-493E-9567-9C8A2B4C842C}" type="presParOf" srcId="{C75B75BF-5A26-489E-BBE1-A656B371786D}" destId="{19DFA6C3-E2AB-4437-857D-F000A41059AC}" srcOrd="4" destOrd="0" presId="urn:microsoft.com/office/officeart/2005/8/layout/process1"/>
    <dgm:cxn modelId="{98E35A9D-E0AA-40F5-8CDC-C296E02797B1}" type="presParOf" srcId="{C75B75BF-5A26-489E-BBE1-A656B371786D}" destId="{0ADBC078-4F08-4C64-AF90-DC2C6885DA0B}" srcOrd="5" destOrd="0" presId="urn:microsoft.com/office/officeart/2005/8/layout/process1"/>
    <dgm:cxn modelId="{D114D135-2D70-478B-8D0C-7894D6A74882}" type="presParOf" srcId="{0ADBC078-4F08-4C64-AF90-DC2C6885DA0B}" destId="{5812B329-681B-4E6D-BCB8-E4DC89FCC110}" srcOrd="0" destOrd="0" presId="urn:microsoft.com/office/officeart/2005/8/layout/process1"/>
    <dgm:cxn modelId="{68AB2607-7941-403F-B554-106E84938F27}" type="presParOf" srcId="{C75B75BF-5A26-489E-BBE1-A656B371786D}" destId="{A2F50E89-A3B0-4A67-8AB2-61B5F9FF499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514C79-3136-41AD-95AE-128D7E52F272}">
      <dsp:nvSpPr>
        <dsp:cNvPr id="0" name=""/>
        <dsp:cNvSpPr/>
      </dsp:nvSpPr>
      <dsp:spPr>
        <a:xfrm>
          <a:off x="2277" y="1639532"/>
          <a:ext cx="995585" cy="107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Natural Language Problem</a:t>
          </a:r>
        </a:p>
      </dsp:txBody>
      <dsp:txXfrm>
        <a:off x="31437" y="1668692"/>
        <a:ext cx="937265" cy="1013952"/>
      </dsp:txXfrm>
    </dsp:sp>
    <dsp:sp modelId="{56D4D41E-B036-40E5-A7A2-384DD821E66A}">
      <dsp:nvSpPr>
        <dsp:cNvPr id="0" name=""/>
        <dsp:cNvSpPr/>
      </dsp:nvSpPr>
      <dsp:spPr>
        <a:xfrm>
          <a:off x="1097421" y="2052216"/>
          <a:ext cx="211064" cy="246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97421" y="2101597"/>
        <a:ext cx="147745" cy="148143"/>
      </dsp:txXfrm>
    </dsp:sp>
    <dsp:sp modelId="{86B9A5AD-02A9-48B3-8934-9E18E1E30883}">
      <dsp:nvSpPr>
        <dsp:cNvPr id="0" name=""/>
        <dsp:cNvSpPr/>
      </dsp:nvSpPr>
      <dsp:spPr>
        <a:xfrm>
          <a:off x="1396097" y="1639532"/>
          <a:ext cx="995585" cy="107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LLM creates a symbolic formulation</a:t>
          </a:r>
        </a:p>
      </dsp:txBody>
      <dsp:txXfrm>
        <a:off x="1425257" y="1668692"/>
        <a:ext cx="937265" cy="1013952"/>
      </dsp:txXfrm>
    </dsp:sp>
    <dsp:sp modelId="{752326E9-2B9C-449B-B7C8-B0D2340DE7EC}">
      <dsp:nvSpPr>
        <dsp:cNvPr id="0" name=""/>
        <dsp:cNvSpPr/>
      </dsp:nvSpPr>
      <dsp:spPr>
        <a:xfrm>
          <a:off x="2491241" y="2052216"/>
          <a:ext cx="211064" cy="246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91241" y="2101597"/>
        <a:ext cx="147745" cy="148143"/>
      </dsp:txXfrm>
    </dsp:sp>
    <dsp:sp modelId="{873048AB-D105-4EA8-B79F-F7B81A58A700}">
      <dsp:nvSpPr>
        <dsp:cNvPr id="0" name=""/>
        <dsp:cNvSpPr/>
      </dsp:nvSpPr>
      <dsp:spPr>
        <a:xfrm>
          <a:off x="2789917" y="1639532"/>
          <a:ext cx="995585" cy="107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Symbolic solver performs instance</a:t>
          </a:r>
        </a:p>
      </dsp:txBody>
      <dsp:txXfrm>
        <a:off x="2819077" y="1668692"/>
        <a:ext cx="937265" cy="1013952"/>
      </dsp:txXfrm>
    </dsp:sp>
    <dsp:sp modelId="{26E2FB50-7F53-4B39-872C-3EF80C52D79B}">
      <dsp:nvSpPr>
        <dsp:cNvPr id="0" name=""/>
        <dsp:cNvSpPr/>
      </dsp:nvSpPr>
      <dsp:spPr>
        <a:xfrm>
          <a:off x="3885061" y="2052216"/>
          <a:ext cx="211064" cy="246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85061" y="2101597"/>
        <a:ext cx="147745" cy="148143"/>
      </dsp:txXfrm>
    </dsp:sp>
    <dsp:sp modelId="{59F484AD-41D6-4869-92CF-4891899B2AC2}">
      <dsp:nvSpPr>
        <dsp:cNvPr id="0" name=""/>
        <dsp:cNvSpPr/>
      </dsp:nvSpPr>
      <dsp:spPr>
        <a:xfrm>
          <a:off x="4183737" y="1639532"/>
          <a:ext cx="995585" cy="107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Solver result is converted into an answer</a:t>
          </a:r>
        </a:p>
      </dsp:txBody>
      <dsp:txXfrm>
        <a:off x="4212897" y="1668692"/>
        <a:ext cx="937265" cy="10139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FBBC5F-2608-49A7-B7C4-F6AB208E9DE6}">
      <dsp:nvSpPr>
        <dsp:cNvPr id="0" name=""/>
        <dsp:cNvSpPr/>
      </dsp:nvSpPr>
      <dsp:spPr>
        <a:xfrm>
          <a:off x="2277" y="1630235"/>
          <a:ext cx="995585" cy="109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Invalid symbolic program</a:t>
          </a:r>
        </a:p>
      </dsp:txBody>
      <dsp:txXfrm>
        <a:off x="31437" y="1659395"/>
        <a:ext cx="937265" cy="1032546"/>
      </dsp:txXfrm>
    </dsp:sp>
    <dsp:sp modelId="{8F80823D-70DA-41BB-91E0-519DDA148FF5}">
      <dsp:nvSpPr>
        <dsp:cNvPr id="0" name=""/>
        <dsp:cNvSpPr/>
      </dsp:nvSpPr>
      <dsp:spPr>
        <a:xfrm>
          <a:off x="1097421" y="2052216"/>
          <a:ext cx="211064" cy="246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97421" y="2101597"/>
        <a:ext cx="147745" cy="148143"/>
      </dsp:txXfrm>
    </dsp:sp>
    <dsp:sp modelId="{406BD22A-7E9C-493E-9BAD-F3AA37BDC594}">
      <dsp:nvSpPr>
        <dsp:cNvPr id="0" name=""/>
        <dsp:cNvSpPr/>
      </dsp:nvSpPr>
      <dsp:spPr>
        <a:xfrm>
          <a:off x="1396097" y="1630235"/>
          <a:ext cx="995585" cy="109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Solver returns an error</a:t>
          </a:r>
        </a:p>
      </dsp:txBody>
      <dsp:txXfrm>
        <a:off x="1425257" y="1659395"/>
        <a:ext cx="937265" cy="1032546"/>
      </dsp:txXfrm>
    </dsp:sp>
    <dsp:sp modelId="{63973CEC-49C2-4FBF-A8E7-9B9D0F087282}">
      <dsp:nvSpPr>
        <dsp:cNvPr id="0" name=""/>
        <dsp:cNvSpPr/>
      </dsp:nvSpPr>
      <dsp:spPr>
        <a:xfrm>
          <a:off x="2491241" y="2052216"/>
          <a:ext cx="211064" cy="246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91241" y="2101597"/>
        <a:ext cx="147745" cy="148143"/>
      </dsp:txXfrm>
    </dsp:sp>
    <dsp:sp modelId="{992400C7-8266-47AD-93D0-B3105657E67A}">
      <dsp:nvSpPr>
        <dsp:cNvPr id="0" name=""/>
        <dsp:cNvSpPr/>
      </dsp:nvSpPr>
      <dsp:spPr>
        <a:xfrm>
          <a:off x="2789917" y="1630235"/>
          <a:ext cx="995585" cy="109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Error is sent back to the LLM</a:t>
          </a:r>
        </a:p>
      </dsp:txBody>
      <dsp:txXfrm>
        <a:off x="2819077" y="1659395"/>
        <a:ext cx="937265" cy="1032546"/>
      </dsp:txXfrm>
    </dsp:sp>
    <dsp:sp modelId="{86759232-0BB4-411B-8652-03F863452139}">
      <dsp:nvSpPr>
        <dsp:cNvPr id="0" name=""/>
        <dsp:cNvSpPr/>
      </dsp:nvSpPr>
      <dsp:spPr>
        <a:xfrm>
          <a:off x="3885061" y="2052216"/>
          <a:ext cx="211064" cy="246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85061" y="2101597"/>
        <a:ext cx="147745" cy="148143"/>
      </dsp:txXfrm>
    </dsp:sp>
    <dsp:sp modelId="{EEB33F0C-0F52-42CE-83F6-133400525D1A}">
      <dsp:nvSpPr>
        <dsp:cNvPr id="0" name=""/>
        <dsp:cNvSpPr/>
      </dsp:nvSpPr>
      <dsp:spPr>
        <a:xfrm>
          <a:off x="4183737" y="1630235"/>
          <a:ext cx="995585" cy="109086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LLM revises the program</a:t>
          </a:r>
        </a:p>
      </dsp:txBody>
      <dsp:txXfrm>
        <a:off x="4212897" y="1659395"/>
        <a:ext cx="937265" cy="10325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4A563F-4DD8-417E-BFCF-3103BFC54FF3}">
      <dsp:nvSpPr>
        <dsp:cNvPr id="0" name=""/>
        <dsp:cNvSpPr/>
      </dsp:nvSpPr>
      <dsp:spPr>
        <a:xfrm>
          <a:off x="2277" y="1735238"/>
          <a:ext cx="995585" cy="8808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Natural-language question</a:t>
          </a:r>
        </a:p>
      </dsp:txBody>
      <dsp:txXfrm>
        <a:off x="28077" y="1761038"/>
        <a:ext cx="943985" cy="829260"/>
      </dsp:txXfrm>
    </dsp:sp>
    <dsp:sp modelId="{D695D66D-0236-424D-985B-37966746B67C}">
      <dsp:nvSpPr>
        <dsp:cNvPr id="0" name=""/>
        <dsp:cNvSpPr/>
      </dsp:nvSpPr>
      <dsp:spPr>
        <a:xfrm>
          <a:off x="1097421" y="2052216"/>
          <a:ext cx="211064" cy="246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097421" y="2101597"/>
        <a:ext cx="147745" cy="148143"/>
      </dsp:txXfrm>
    </dsp:sp>
    <dsp:sp modelId="{939BDC4F-AB09-4301-9786-042F6FB0AE32}">
      <dsp:nvSpPr>
        <dsp:cNvPr id="0" name=""/>
        <dsp:cNvSpPr/>
      </dsp:nvSpPr>
      <dsp:spPr>
        <a:xfrm>
          <a:off x="1396097" y="1735238"/>
          <a:ext cx="995585" cy="8808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Predefined Prolog query </a:t>
          </a:r>
        </a:p>
      </dsp:txBody>
      <dsp:txXfrm>
        <a:off x="1421897" y="1761038"/>
        <a:ext cx="943985" cy="829260"/>
      </dsp:txXfrm>
    </dsp:sp>
    <dsp:sp modelId="{B7CD0238-5624-4D1D-B1AB-4589B46CE96A}">
      <dsp:nvSpPr>
        <dsp:cNvPr id="0" name=""/>
        <dsp:cNvSpPr/>
      </dsp:nvSpPr>
      <dsp:spPr>
        <a:xfrm>
          <a:off x="2491241" y="2052216"/>
          <a:ext cx="211064" cy="246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91241" y="2101597"/>
        <a:ext cx="147745" cy="148143"/>
      </dsp:txXfrm>
    </dsp:sp>
    <dsp:sp modelId="{19DFA6C3-E2AB-4437-857D-F000A41059AC}">
      <dsp:nvSpPr>
        <dsp:cNvPr id="0" name=""/>
        <dsp:cNvSpPr/>
      </dsp:nvSpPr>
      <dsp:spPr>
        <a:xfrm>
          <a:off x="2789917" y="1735238"/>
          <a:ext cx="995585" cy="8808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SWI-Prolog knowledge base </a:t>
          </a:r>
        </a:p>
      </dsp:txBody>
      <dsp:txXfrm>
        <a:off x="2815717" y="1761038"/>
        <a:ext cx="943985" cy="829260"/>
      </dsp:txXfrm>
    </dsp:sp>
    <dsp:sp modelId="{0ADBC078-4F08-4C64-AF90-DC2C6885DA0B}">
      <dsp:nvSpPr>
        <dsp:cNvPr id="0" name=""/>
        <dsp:cNvSpPr/>
      </dsp:nvSpPr>
      <dsp:spPr>
        <a:xfrm>
          <a:off x="3885061" y="2052216"/>
          <a:ext cx="211064" cy="2469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885061" y="2101597"/>
        <a:ext cx="147745" cy="148143"/>
      </dsp:txXfrm>
    </dsp:sp>
    <dsp:sp modelId="{A2F50E89-A3B0-4A67-8AB2-61B5F9FF499A}">
      <dsp:nvSpPr>
        <dsp:cNvPr id="0" name=""/>
        <dsp:cNvSpPr/>
      </dsp:nvSpPr>
      <dsp:spPr>
        <a:xfrm>
          <a:off x="4183737" y="1735238"/>
          <a:ext cx="995585" cy="88086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True, false/not derivable, or error</a:t>
          </a:r>
        </a:p>
      </dsp:txBody>
      <dsp:txXfrm>
        <a:off x="4209537" y="1761038"/>
        <a:ext cx="943985" cy="8292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96E9-D7D6-EEA2-BE60-AE0FC3BB7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A8CC58-0BB1-845D-3CDB-D72EB6B32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1DB58-7B1C-9AA8-9C6B-1C7FEAD6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3CB8-8C3B-4817-87DF-28F287634EA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F6BC5-B2B6-9DCF-C8E1-D01136925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36E890-095C-1B0E-24E9-790FAD7EE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850B-B729-4E29-9909-C436F7115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411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A014B-39AB-4866-492E-B2820CD75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C0F10-456E-86B9-96A9-99D8B301F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A7D21-244C-BC7B-D53E-CE567E718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3CB8-8C3B-4817-87DF-28F287634EA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E0F99-6D7F-020E-2839-587F6FCFB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C0285-FD96-1542-1BA7-7C91D6A87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850B-B729-4E29-9909-C436F7115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59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8D048-D1F4-9D0D-F70A-6924B49A5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EA3366-605C-F3D4-4BA6-D9FC9EFFF6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50FCA-F663-C151-7736-21C4D53F2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3CB8-8C3B-4817-87DF-28F287634EA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6C546-2800-E511-6915-EE320293E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B63A9-4ED6-BAFF-484F-1F09DC823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850B-B729-4E29-9909-C436F7115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261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F5587-1AF6-7C01-436B-0A06A266F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05A71-1CCC-9C0D-1AF7-DAE2D79CCE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AD047-1DFB-580A-5DB1-A0B3F14673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E9891B-2AA0-C9CD-031C-6957871A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3CB8-8C3B-4817-87DF-28F287634EA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92EEE-E385-CDD5-51DE-E0E727D18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8E17A-1013-D7ED-7F12-5177A42B4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850B-B729-4E29-9909-C436F7115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410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2463D-8BB7-2D5F-C7BE-E021E3B5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A6107-7299-8264-87D9-2ED74FF7D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85872-5684-C1AB-6CBC-836D413DF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1F1094-D22E-FA99-1BBD-9DE115299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8A5C88-2FE5-E55C-0862-79A8645295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51216A-F191-8043-FB66-ACAB683D2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3CB8-8C3B-4817-87DF-28F287634EA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26518F-F6F2-0D2C-3C80-7E000C13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9A46D0-4CB8-9FA6-7AB2-F6E50399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850B-B729-4E29-9909-C436F7115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92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0A0CB-B864-1E05-EF8B-96A337F42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D5A579-8ADC-6875-7F77-087C3F78C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3CB8-8C3B-4817-87DF-28F287634EA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4C93F-C0E1-AE1A-B3B7-6A96FB800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62764-08F4-0BAE-25EA-9E67FCDD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850B-B729-4E29-9909-C436F7115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6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350D54-8398-6780-7B79-C404756A1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3CB8-8C3B-4817-87DF-28F287634EA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09F6D-4539-F455-2D30-070A9FF85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D9B58-EC5A-91BA-F95A-0429E59A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850B-B729-4E29-9909-C436F7115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312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8720-7459-0F93-E851-9A9D8D91B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463AC-46A8-4721-D8CD-809C16273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1A3A2-4236-8784-BD74-0E294B580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266375-4B50-82B4-E369-2D9C16FF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3CB8-8C3B-4817-87DF-28F287634EA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7373F-F029-F2F0-20DA-D3203C9D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C423B-E671-0718-A4D6-49B15809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850B-B729-4E29-9909-C436F7115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1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2EC0A-3568-B129-4C3F-3C466380E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ABD8A4-D423-9AA9-5202-CC395ADE21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0CD46-BC2C-DA21-749E-D699E6BBC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F7CAA-170E-5D89-9425-F31508F9F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3CB8-8C3B-4817-87DF-28F287634EA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EBDA0-E8B9-E60B-5C0C-A5F07CE6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C19D0-065C-57CC-A4F4-3869C3AEA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850B-B729-4E29-9909-C436F7115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7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79153-288B-9C89-0BC7-A7F151ABE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7CD1AE-1188-F094-5528-EC72FBDED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6A765-4835-D957-A3EE-F836B1BF2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3CB8-8C3B-4817-87DF-28F287634EA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8AD4F8-7D53-5F68-AA13-B49442167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46BB1-C6F1-977A-E5A7-167DC0AAF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850B-B729-4E29-9909-C436F7115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152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DDAE88-761B-150B-E370-89F15EF2BD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7D69DD-230F-816B-0F83-0F138987D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19404-A3A8-CE2B-35AC-89B140289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63CB8-8C3B-4817-87DF-28F287634EA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CA59D-190A-A9AD-F21B-B03FE07E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763F4-815E-83EF-4D55-4CC1816C1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D6850B-B729-4E29-9909-C436F7115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720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488BBD-4F76-68B9-FEB2-832351DA3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C7C0D-44D0-240E-3F8E-264500FAF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4C05C-1BC0-9A1E-A656-B757EBCBA4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D63CB8-8C3B-4817-87DF-28F287634EA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8EA03-249C-8E80-CA04-6DB469212E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3B1F48-C3BE-B3FE-D895-48771EC32D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D6850B-B729-4E29-9909-C436F71150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69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A80C2A-ABAF-E271-3C69-A3E7655A9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Logic-LM: Combining Language Models with Symbolic Reasoning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318A6-5DB9-CA08-E23C-AE33A452B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sz="2000" b="1" dirty="0"/>
              <a:t>Week 5 Paper Implementation</a:t>
            </a:r>
            <a:endParaRPr lang="en-US" sz="2000" dirty="0"/>
          </a:p>
          <a:p>
            <a:pPr algn="l"/>
            <a:r>
              <a:rPr lang="en-US" sz="2000" dirty="0"/>
              <a:t>Irfan Shaik</a:t>
            </a:r>
          </a:p>
          <a:p>
            <a:pPr algn="l"/>
            <a:r>
              <a:rPr lang="en-US" sz="2000" dirty="0"/>
              <a:t>Based on Pan et al., </a:t>
            </a:r>
            <a:r>
              <a:rPr lang="en-US" sz="2000" i="1" dirty="0"/>
              <a:t>Logic-LM: Empowering Large Language Models with Symbolic Solvers for Faithful Logical Reasoning</a:t>
            </a:r>
            <a:r>
              <a:rPr lang="en-US" sz="2000" dirty="0"/>
              <a:t>, Findings of EMNLP 2023.</a:t>
            </a:r>
          </a:p>
        </p:txBody>
      </p:sp>
    </p:spTree>
    <p:extLst>
      <p:ext uri="{BB962C8B-B14F-4D97-AF65-F5344CB8AC3E}">
        <p14:creationId xmlns:p14="http://schemas.microsoft.com/office/powerpoint/2010/main" val="249443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9B2316-8D20-847B-90C8-0F40B0B99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>
                <a:solidFill>
                  <a:srgbClr val="FFFFFF"/>
                </a:solidFill>
              </a:rPr>
              <a:t>The Problem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4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51A7BB-EB3E-79F6-9F71-396B7DCA3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Why do LLMs struggle with Logic?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LLMs can produce convincing explanations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However, their conclusions do not always logically follow from their reasoning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LLM outputs are probabilistic rather than guaranteed by formal rules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Errors become more common in problems requiring several connected reasoning steps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A response may sound correct even when the logic is invalid</a:t>
            </a:r>
          </a:p>
          <a:p>
            <a:pPr marL="0" indent="0">
              <a:buNone/>
            </a:pPr>
            <a:endParaRPr lang="en-US" sz="1700" b="1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700" b="1">
                <a:solidFill>
                  <a:schemeClr val="tx1">
                    <a:alpha val="80000"/>
                  </a:schemeClr>
                </a:solidFill>
              </a:rPr>
              <a:t>Main Question:</a:t>
            </a:r>
          </a:p>
          <a:p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Can an LLM understand the language while a symbolic solver performs the actual reasoning?</a:t>
            </a:r>
          </a:p>
          <a:p>
            <a:endParaRPr lang="en-US" sz="170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Logic-LM was designed to combine the language abilities of an LLM with the exact reasoning of symbolic tools.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918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87C04A-C739-9156-4896-C80207588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Logic-LM Framework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EBD151A-0919-4755-37B2-DCFEB6F3708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How Logic-LM Works</a:t>
            </a:r>
          </a:p>
          <a:p>
            <a:r>
              <a:rPr lang="en-US" dirty="0"/>
              <a:t>The </a:t>
            </a:r>
            <a:r>
              <a:rPr lang="en-US" b="1" dirty="0"/>
              <a:t>LLM</a:t>
            </a:r>
            <a:r>
              <a:rPr lang="en-US" dirty="0"/>
              <a:t> interprets the natural-language problem. </a:t>
            </a:r>
          </a:p>
          <a:p>
            <a:r>
              <a:rPr lang="en-US" dirty="0"/>
              <a:t>The </a:t>
            </a:r>
            <a:r>
              <a:rPr lang="en-US" b="1" dirty="0"/>
              <a:t>symbolic solver</a:t>
            </a:r>
            <a:r>
              <a:rPr lang="en-US" dirty="0"/>
              <a:t> applies formal logical rules. </a:t>
            </a:r>
          </a:p>
          <a:p>
            <a:r>
              <a:rPr lang="en-US" dirty="0"/>
              <a:t>The two components have separate responsibilities. </a:t>
            </a:r>
          </a:p>
          <a:p>
            <a:r>
              <a:rPr lang="en-US" dirty="0"/>
              <a:t>This makes the reasoning more reproducible and faithful.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framework first translates natural language into symbolic form and then uses a deterministic solver to derive the answer.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C202BE6-74D9-B021-16A5-44B1D1E36AE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55560203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357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ADF48-4AB6-6E53-28AA-DB292BB2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Self-Refinement – Using Solver Feedback to Fix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DD852-1243-008C-368D-7BF14FED4D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/>
              <a:t>Sometimes the LLM creates symbolic logic that:</a:t>
            </a:r>
          </a:p>
          <a:p>
            <a:r>
              <a:rPr lang="en-US" sz="2400" dirty="0"/>
              <a:t>Contains invalid syntax</a:t>
            </a:r>
          </a:p>
          <a:p>
            <a:r>
              <a:rPr lang="en-US" sz="2400" dirty="0"/>
              <a:t>Uses the wrong format </a:t>
            </a:r>
          </a:p>
          <a:p>
            <a:r>
              <a:rPr lang="en-US" sz="2400" dirty="0"/>
              <a:t>Leaves out important information </a:t>
            </a:r>
          </a:p>
          <a:p>
            <a:r>
              <a:rPr lang="en-US" sz="2400" dirty="0"/>
              <a:t>Cannot be executed by the solver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Logic-LM includes a self-refinement process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This allows the symbolic solver to do more than produce answers—it can also identify problems in the LLM’s formulation. 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3F42E25-F08A-9ADD-11E0-17C57F6FD1C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88960601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5010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D900C4-EDB9-B884-DE52-C0285799C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Paper Evaluation and Results – How was Logic LM Evaluated?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4907A-7F09-8226-6716-2D5E4417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80855" y="1412489"/>
            <a:ext cx="3427283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The researchers tested Logic LM on five logical-reasoning datasets:</a:t>
            </a:r>
          </a:p>
          <a:p>
            <a:r>
              <a:rPr lang="en-US" sz="1600"/>
              <a:t>ProofWriter</a:t>
            </a:r>
            <a:r>
              <a:rPr lang="en-US" sz="1600" dirty="0"/>
              <a:t> </a:t>
            </a:r>
          </a:p>
          <a:p>
            <a:r>
              <a:rPr lang="en-US" sz="1600"/>
              <a:t>PrOntoQA</a:t>
            </a:r>
            <a:r>
              <a:rPr lang="en-US" sz="1600" dirty="0"/>
              <a:t> </a:t>
            </a:r>
          </a:p>
          <a:p>
            <a:r>
              <a:rPr lang="en-US" sz="1600" dirty="0"/>
              <a:t>FOLIO </a:t>
            </a:r>
          </a:p>
          <a:p>
            <a:r>
              <a:rPr lang="en-US" sz="1600"/>
              <a:t>LogicalDeduction</a:t>
            </a:r>
            <a:r>
              <a:rPr lang="en-US" sz="1600" dirty="0"/>
              <a:t> </a:t>
            </a:r>
          </a:p>
          <a:p>
            <a:r>
              <a:rPr lang="en-US" sz="1600" dirty="0"/>
              <a:t>AR-LSAT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These tasks included:</a:t>
            </a:r>
          </a:p>
          <a:p>
            <a:r>
              <a:rPr lang="en-US" sz="1600" dirty="0"/>
              <a:t>Deductive reasoning </a:t>
            </a:r>
          </a:p>
          <a:p>
            <a:r>
              <a:rPr lang="en-US" sz="1600" dirty="0"/>
              <a:t>First-order logic </a:t>
            </a:r>
          </a:p>
          <a:p>
            <a:r>
              <a:rPr lang="en-US" sz="1600" dirty="0"/>
              <a:t>Constraint satisfaction </a:t>
            </a:r>
          </a:p>
          <a:p>
            <a:r>
              <a:rPr lang="en-US" sz="1600" dirty="0"/>
              <a:t>Multi-step analytical reasoning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85D477-C328-7ABA-255F-3ADAEE410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3197701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Reported average improvement using GPT 3.5:</a:t>
            </a:r>
          </a:p>
          <a:p>
            <a:r>
              <a:rPr lang="en-US" sz="2000"/>
              <a:t>39.2% over standard LLM prompting</a:t>
            </a:r>
          </a:p>
          <a:p>
            <a:r>
              <a:rPr lang="en-US" sz="2000"/>
              <a:t>18.4% over chain of thought prompting</a:t>
            </a:r>
          </a:p>
          <a:p>
            <a:endParaRPr lang="en-US" sz="2000"/>
          </a:p>
          <a:p>
            <a:pPr marL="0" indent="0">
              <a:buNone/>
            </a:pPr>
            <a:r>
              <a:rPr lang="en-US" sz="2000"/>
              <a:t>The paper found that symbolic reasoning was especially helpful for problems requiring deeper logical inference. </a:t>
            </a:r>
          </a:p>
        </p:txBody>
      </p:sp>
    </p:spTree>
    <p:extLst>
      <p:ext uri="{BB962C8B-B14F-4D97-AF65-F5344CB8AC3E}">
        <p14:creationId xmlns:p14="http://schemas.microsoft.com/office/powerpoint/2010/main" val="2849438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1B1B25-DA35-635F-D6BF-9F68BC9AB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27124"/>
          </a:xfrm>
        </p:spPr>
        <p:txBody>
          <a:bodyPr anchor="t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Original Logic-LM Code – Examining the Authors’ 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E5D05-125D-4102-BB95-73382B26C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8993" y="1412489"/>
            <a:ext cx="2926080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The original representation divides the framework into several components:</a:t>
            </a:r>
          </a:p>
          <a:p>
            <a:r>
              <a:rPr lang="en-US" sz="1400"/>
              <a:t>logic_program.py — generates symbolic programs</a:t>
            </a:r>
          </a:p>
          <a:p>
            <a:r>
              <a:rPr lang="en-US" sz="1400"/>
              <a:t>logic_inference.py — runs symbolic inference</a:t>
            </a:r>
          </a:p>
          <a:p>
            <a:r>
              <a:rPr lang="en-US" sz="1400"/>
              <a:t>self_refinement.py — revises programs using errors</a:t>
            </a:r>
          </a:p>
          <a:p>
            <a:r>
              <a:rPr lang="en-US" sz="1400"/>
              <a:t>symbolic_solvers/ — contains the solver implementations</a:t>
            </a:r>
          </a:p>
          <a:p>
            <a:r>
              <a:rPr lang="en-US" sz="1400"/>
              <a:t>outputs/logic_programs/ — stores generated symbolic programs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539BA2-D120-DD08-93DB-F3EE65426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2926080" cy="43638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What I learned from the repository:</a:t>
            </a:r>
          </a:p>
          <a:p>
            <a:r>
              <a:rPr lang="en-US" sz="1400"/>
              <a:t>Program generation and reasoning are separate stages. </a:t>
            </a:r>
          </a:p>
          <a:p>
            <a:r>
              <a:rPr lang="en-US" sz="1400"/>
              <a:t>Different datasets may require different symbolic solvers. </a:t>
            </a:r>
          </a:p>
          <a:p>
            <a:r>
              <a:rPr lang="en-US" sz="1400"/>
              <a:t>Solver failures can activate refinement or fallback behavior. </a:t>
            </a:r>
          </a:p>
          <a:p>
            <a:r>
              <a:rPr lang="en-US" sz="1400"/>
              <a:t>Results can be saved and evaluated automatically.</a:t>
            </a:r>
          </a:p>
          <a:p>
            <a:endParaRPr lang="en-US" sz="1400"/>
          </a:p>
          <a:p>
            <a:pPr marL="0" indent="0">
              <a:buNone/>
            </a:pPr>
            <a:r>
              <a:rPr lang="en-US" sz="1400"/>
              <a:t>The public repository contains the code, example commands, solver components, and generated program outputs used by the project. </a:t>
            </a:r>
          </a:p>
        </p:txBody>
      </p:sp>
    </p:spTree>
    <p:extLst>
      <p:ext uri="{BB962C8B-B14F-4D97-AF65-F5344CB8AC3E}">
        <p14:creationId xmlns:p14="http://schemas.microsoft.com/office/powerpoint/2010/main" val="4145803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9387-E5B7-4FED-9769-3FD1AA3E0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Implementation – Simplified Logic-LM-Style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860A6-0472-DE00-4880-D250EE2F9D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b="1" dirty="0"/>
              <a:t>I created a smaller version using:</a:t>
            </a:r>
          </a:p>
          <a:p>
            <a:r>
              <a:rPr lang="en-US" dirty="0"/>
              <a:t>Python </a:t>
            </a:r>
          </a:p>
          <a:p>
            <a:r>
              <a:rPr lang="en-US" dirty="0"/>
              <a:t>SWI-Prolog </a:t>
            </a:r>
          </a:p>
          <a:p>
            <a:r>
              <a:rPr lang="en-US" dirty="0" err="1"/>
              <a:t>PySwip</a:t>
            </a:r>
            <a:r>
              <a:rPr lang="en-US" dirty="0"/>
              <a:t> A Prolog knowledge base </a:t>
            </a:r>
          </a:p>
          <a:p>
            <a:r>
              <a:rPr lang="en-US" dirty="0"/>
              <a:t>JSON test cases </a:t>
            </a:r>
          </a:p>
          <a:p>
            <a:r>
              <a:rPr lang="en-US" dirty="0"/>
              <a:t>An automated Markdown results report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My knowledge base contains facts and rules about:</a:t>
            </a:r>
          </a:p>
          <a:p>
            <a:r>
              <a:rPr lang="en-US" dirty="0"/>
              <a:t>Interns </a:t>
            </a:r>
          </a:p>
          <a:p>
            <a:r>
              <a:rPr lang="en-US" dirty="0"/>
              <a:t>Programming skills </a:t>
            </a:r>
          </a:p>
          <a:p>
            <a:r>
              <a:rPr lang="en-US" dirty="0"/>
              <a:t>Research projects </a:t>
            </a:r>
          </a:p>
          <a:p>
            <a:r>
              <a:rPr lang="en-US" dirty="0"/>
              <a:t>Project readiness </a:t>
            </a:r>
          </a:p>
          <a:p>
            <a:r>
              <a:rPr lang="en-US" dirty="0"/>
              <a:t>Collaboration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Important difference: </a:t>
            </a:r>
            <a:r>
              <a:rPr lang="en-US" dirty="0"/>
              <a:t>My queries are currently written manually rather than generated automatically by an LLM.</a:t>
            </a:r>
            <a:endParaRPr lang="en-US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5FFF779-6D81-9BFB-0984-D3B50410394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4053716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182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A9346A-C52D-CB89-9EB4-EEB5BA1A4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200">
                <a:solidFill>
                  <a:srgbClr val="FFFFFF"/>
                </a:solidFill>
              </a:rPr>
              <a:t>Testing, Limitations, and Takeaways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5B737-2366-276C-6402-8511F1D0B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chemeClr val="tx1">
                    <a:alpha val="80000"/>
                  </a:schemeClr>
                </a:solidFill>
              </a:rPr>
              <a:t>Tests Completed</a:t>
            </a:r>
          </a:p>
          <a:p>
            <a:r>
              <a:rPr lang="en-US" sz="1200" dirty="0">
                <a:solidFill>
                  <a:schemeClr val="tx1">
                    <a:alpha val="80000"/>
                  </a:schemeClr>
                </a:solidFill>
              </a:rPr>
              <a:t>Direct fact retrieval </a:t>
            </a:r>
          </a:p>
          <a:p>
            <a:r>
              <a:rPr lang="en-US" sz="1200" dirty="0">
                <a:solidFill>
                  <a:schemeClr val="tx1">
                    <a:alpha val="80000"/>
                  </a:schemeClr>
                </a:solidFill>
              </a:rPr>
              <a:t>Rule-based inference </a:t>
            </a:r>
          </a:p>
          <a:p>
            <a:r>
              <a:rPr lang="en-US" sz="1200" dirty="0">
                <a:solidFill>
                  <a:schemeClr val="tx1">
                    <a:alpha val="80000"/>
                  </a:schemeClr>
                </a:solidFill>
              </a:rPr>
              <a:t>Multi-condition inference Unsupported claims </a:t>
            </a:r>
          </a:p>
          <a:p>
            <a:r>
              <a:rPr lang="en-US" sz="1200" dirty="0">
                <a:solidFill>
                  <a:schemeClr val="tx1">
                    <a:alpha val="80000"/>
                  </a:schemeClr>
                </a:solidFill>
              </a:rPr>
              <a:t>Malformed symbolic syntax </a:t>
            </a:r>
          </a:p>
          <a:p>
            <a:r>
              <a:rPr lang="en-US" sz="1200" dirty="0">
                <a:solidFill>
                  <a:schemeClr val="tx1">
                    <a:alpha val="80000"/>
                  </a:schemeClr>
                </a:solidFill>
              </a:rPr>
              <a:t>Solver-error reporting</a:t>
            </a:r>
          </a:p>
          <a:p>
            <a:endParaRPr lang="en-US" sz="12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tx1">
                    <a:alpha val="80000"/>
                  </a:schemeClr>
                </a:solidFill>
              </a:rPr>
              <a:t>Result: 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</a:rPr>
              <a:t>All 7 expected test outcomes matched the program’s results.</a:t>
            </a:r>
          </a:p>
          <a:p>
            <a:pPr marL="0" indent="0">
              <a:buNone/>
            </a:pPr>
            <a:endParaRPr lang="en-US" sz="12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tx1">
                    <a:alpha val="80000"/>
                  </a:schemeClr>
                </a:solidFill>
              </a:rPr>
              <a:t>Limitations:</a:t>
            </a:r>
            <a:endParaRPr lang="en-US" sz="12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1200" dirty="0">
                <a:solidFill>
                  <a:schemeClr val="tx1">
                    <a:alpha val="80000"/>
                  </a:schemeClr>
                </a:solidFill>
              </a:rPr>
              <a:t>Natural language is not yet automatically translated into Prolog. </a:t>
            </a:r>
          </a:p>
          <a:p>
            <a:r>
              <a:rPr lang="en-US" sz="1200" dirty="0">
                <a:solidFill>
                  <a:schemeClr val="tx1">
                    <a:alpha val="80000"/>
                  </a:schemeClr>
                </a:solidFill>
              </a:rPr>
              <a:t>Solver errors are recorded but not automatically repaired by an LLM. </a:t>
            </a:r>
          </a:p>
          <a:p>
            <a:r>
              <a:rPr lang="en-US" sz="1200" dirty="0">
                <a:solidFill>
                  <a:schemeClr val="tx1">
                    <a:alpha val="80000"/>
                  </a:schemeClr>
                </a:solidFill>
              </a:rPr>
              <a:t>Results depend on the quality and completeness of the knowledge base. </a:t>
            </a:r>
          </a:p>
          <a:p>
            <a:r>
              <a:rPr lang="en-US" sz="1200" dirty="0">
                <a:solidFill>
                  <a:schemeClr val="tx1">
                    <a:alpha val="80000"/>
                  </a:schemeClr>
                </a:solidFill>
              </a:rPr>
              <a:t>In Prolog, “false” often means the claim could not be derived, not that it is false in the real world.</a:t>
            </a:r>
          </a:p>
          <a:p>
            <a:pPr marL="0" indent="0">
              <a:buNone/>
            </a:pPr>
            <a:endParaRPr lang="en-US" sz="12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chemeClr val="tx1">
                    <a:alpha val="80000"/>
                  </a:schemeClr>
                </a:solidFill>
              </a:rPr>
              <a:t>Main Takeaway: </a:t>
            </a:r>
            <a:r>
              <a:rPr lang="en-US" sz="1200" dirty="0">
                <a:solidFill>
                  <a:schemeClr val="tx1">
                    <a:alpha val="80000"/>
                  </a:schemeClr>
                </a:solidFill>
              </a:rPr>
              <a:t>LLMs are useful for understanding language, while symbolic solvers provide exact, transparent, and reproducible reasoning.</a:t>
            </a:r>
            <a:endParaRPr lang="en-US" sz="1200" b="1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18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687</Words>
  <Application>Microsoft Office PowerPoint</Application>
  <PresentationFormat>Widescreen</PresentationFormat>
  <Paragraphs>111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Logic-LM: Combining Language Models with Symbolic Reasoning</vt:lpstr>
      <vt:lpstr>The Problem</vt:lpstr>
      <vt:lpstr>Logic-LM Framework</vt:lpstr>
      <vt:lpstr>Self-Refinement – Using Solver Feedback to Fix Errors</vt:lpstr>
      <vt:lpstr>Paper Evaluation and Results – How was Logic LM Evaluated?</vt:lpstr>
      <vt:lpstr>Original Logic-LM Code – Examining the Authors’ Implementation</vt:lpstr>
      <vt:lpstr>My Implementation – Simplified Logic-LM-Style Pipeline</vt:lpstr>
      <vt:lpstr>Testing, Limitations, and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Rahamthulla Shaik</dc:creator>
  <cp:lastModifiedBy>Rahamthulla Shaik</cp:lastModifiedBy>
  <cp:revision>1</cp:revision>
  <dcterms:created xsi:type="dcterms:W3CDTF">2026-07-18T00:01:07Z</dcterms:created>
  <dcterms:modified xsi:type="dcterms:W3CDTF">2026-07-18T00:37:20Z</dcterms:modified>
</cp:coreProperties>
</file>